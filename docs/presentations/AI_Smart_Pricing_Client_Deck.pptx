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AI-Guided Smart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</a:defRPr>
            </a:pPr>
            <a:r>
              <a:t>From manual price tests to profit-first, AI-recommended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9488"/>
                </a:solidFill>
              </a:defRPr>
            </a:pPr>
            <a:r>
              <a:t>RipX / Echologyx  •  Client Strategy Deck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Reposition RipX: AI recommends what to test; merchants stay in control.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Goal: maximize profit per visitor — not conversion alone.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Method: controlled A/B experiments with guardrails — not blind auto-repricing.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Foundation already exists: price tests, checkout alignment, analytics, Shopify API.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New build: pricing intelligence layer (order data + recommendations + Smart Pricing UI).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No new external pricing platform required for MVP.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The Problem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Merchants guess prices or copy competitors.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Manual A/B setup is slow and requires expertise.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Conversion-only metrics push toward discounts.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Pricing decisions lack a repeatable learning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8"/>
                </a:solidFill>
              </a:defRPr>
            </a:pPr>
            <a:r>
              <a:t>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Encode Echologyx experimentation expertise in software.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Lead with AI-first UX; manual tests become Advanced mode.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Differentiate on profit focus + checkout-accurate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"AI finds your best price.</a:t>
            </a:r>
            <a:br/>
            <a:r>
              <a:t>You stay in control."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</a:defRPr>
            </a:pPr>
            <a:r>
              <a:t>Primary flow: Smart Pricing  →  Review AI plan  →  Launch test  →  Learn  →  Apply winner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What AI Pricing Means (and Does Not Mean)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</a:defRPr>
            </a:pPr>
            <a:r>
              <a:t>✓  We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Rank products with highest profit upside.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Propose safe price test bands (e.g. −5%, control, +5%).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Run controlled experiments on live traffic.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Learn over multiple test rounds toward optimum.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Optimize for profit per visitor with floor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</a:defRPr>
            </a:pPr>
            <a:r>
              <a:t>✗  We will NOT do (v1)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Change catalog prices hourly without tests.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Let LLM set prices with no statistical proof.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Chase competitor prices automatically.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Optimize conversion only (margin risk).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How It Works — 5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76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200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Sync Shopify orders + RipX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210312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176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Recommend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00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AI ranks SKUs and suggests price bands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10312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176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Approve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200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Merchant reviews guardrails and launches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10312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176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00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Controlled A/B on live traffic (checkout-safe)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210312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176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200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</a:defRPr>
            </a:pPr>
            <a:r>
              <a:t>Pick winner → apply price → next 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System Architecture — Four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789920" cy="960120"/>
          </a:xfrm>
          <a:prstGeom prst="rect">
            <a:avLst/>
          </a:prstGeom>
          <a:solidFill>
            <a:srgbClr val="E2E8F0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Layer 1 —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190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Order data, SKU metrics, opportunity scoring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0789920" cy="960120"/>
          </a:xfrm>
          <a:prstGeom prst="rect">
            <a:avLst/>
          </a:prstGeom>
          <a:solidFill>
            <a:srgbClr val="E2E8F0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07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Layer 2 — Experiment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8620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AI proposes SKUs, price arms, duration, guardrails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10789920" cy="960120"/>
          </a:xfrm>
          <a:prstGeom prst="rect">
            <a:avLst/>
          </a:prstGeom>
          <a:solidFill>
            <a:srgbClr val="E2E8F0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Layer 3 —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0050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Existing RipX price test + checkout resolver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983480"/>
            <a:ext cx="10789920" cy="960120"/>
          </a:xfrm>
          <a:prstGeom prst="rect">
            <a:avLst/>
          </a:prstGeom>
          <a:solidFill>
            <a:srgbClr val="E2E8F0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93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Layer 4 — Optimization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1480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Profit analytics → winner → next test round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Continuous Optimization — How Learning Compounds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Not one test forever — a learning loop: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Round 1: Test control vs −5% vs +5%  →  winner: −5%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Round 2: AI proposes −5%, −8%, −10% around the winner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Round 3: Narrow band until profit stops improving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Stop when guardrails hit or uplift is below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Later: bandit mode shifts traffic toward the best arm within a test — still within merchant-defined guardrails.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FAQ: Will it try 5%, then 10%, then 15%?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Not all at once on day one.</a:t>
            </a:r>
            <a:br/>
            <a:br/>
            <a:r>
              <a:t>Each round tests a smart band together.</a:t>
            </a:r>
            <a:br/>
            <a:r>
              <a:t>After each winner, AI designs the NEXT round closer to the optimum.</a:t>
            </a:r>
            <a:br/>
            <a:br/>
            <a:r>
              <a:t>Fully hands-off auto-chaining is Phase 3 — with explicit merchant opt-in.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Why This Approach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Causal proof: real purchases, not model guesses.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Merchant trust: approval gates + floor prices + max change limits.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Profit-first: avoids discount-only bias of conversion metrics.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Builds on RipX moat: checkout-accurate pricing (Discount Function path).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Matches industry best practice (Shopify Smart Pricing, Intelligems, agency CRO).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Echologyx DNA: experimentation execution at scale, productized.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What We Already Have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Price A/B tests (PDP + checkout)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Discount Function + price resolver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Revenue, profit, COGS metrics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Sample size calculator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Auto-stop on significance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Shopify orders webhook + Admin API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OpenAI integration (assistant layer)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~80% of execution infrastructure is in place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What We Need to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Order / SKU metrics store (historical sync + aggregation)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Opportunity scoring engine (which products to optimize first)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Price recommendation service (test bands + profit projection)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Smart Pricing UI (primary flow; manual wizard → Advanced)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Sequential learning orchestrator (next test after winner)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Optional Phase 2+: Bayesian profit stats, bandit traffic allocation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Phased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488"/>
                </a:solidFill>
              </a:defRPr>
            </a:pPr>
            <a:r>
              <a:t>Phase 0 — Foundation (2–3 wks)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56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Order sync, SKU dashboard, read-only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488"/>
                </a:solidFill>
              </a:defRPr>
            </a:pPr>
            <a:r>
              <a:t>Phase 1 — MVP (4–6 wks)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AI test proposal + one-click launch into RipX price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488"/>
                </a:solidFill>
              </a:defRPr>
            </a:pPr>
            <a:r>
              <a:t>Phase 2 — Learning loop (6–10 wks)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593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Elasticity memory, profit Bayesian stats, Price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488"/>
                </a:solidFill>
              </a:defRPr>
            </a:pPr>
            <a:r>
              <a:t>Phase 3 — Continuous opt (10–16 wks)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10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Auto next-round tests, bandit mode, winner apply workflow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Guardrails &amp;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Minimum margin / floor price — never sell below COGS + threshold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Maximum % price change per test cycle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Promo / BFCM blackout windows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Auto-pause if conversion or profit collapses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Exposure cap (% of catalog revenue in active AI tests)</a:t>
            </a:r>
          </a:p>
          <a:p>
            <a:pPr>
              <a:spcAft>
                <a:spcPts val="800"/>
              </a:spcAft>
              <a:defRPr sz="1700">
                <a:solidFill>
                  <a:srgbClr val="475569"/>
                </a:solidFill>
              </a:defRPr>
            </a:pPr>
            <a:r>
              <a:t>Human approval before catalog price apply (v1)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Technology — No New Vendor Stack for MVP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Shopify Admin API (orders, products) — already integrated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PostgreSQL + existing RipX analytics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Bull/Redis job queue — already in stack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OpenAI — optional for explanations (not pricing math)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75569"/>
                </a:solidFill>
              </a:defRPr>
            </a:pPr>
            <a:r>
              <a:t>Optional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read_all_orders (deeper history)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read_inventory (stock-aware pricing)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Warehouse export (BigQuery)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Time to first AI price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0D9488"/>
                </a:solidFill>
              </a:defRPr>
            </a:pPr>
            <a:r>
              <a:t>&lt; 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Tests launched via AI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606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0D9488"/>
                </a:solidFill>
              </a:defRPr>
            </a:pPr>
            <a:r>
              <a:t>&gt; 70% of new price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Median profit lift on optimized SKUs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0D9488"/>
                </a:solidFill>
              </a:defRPr>
            </a:pPr>
            <a:r>
              <a:t>+5% to +15%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Guardrail false-positive pauses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0D9488"/>
                </a:solidFill>
              </a:defRPr>
            </a:pPr>
            <a:r>
              <a:t>&lt; 5%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Approve AI-first Smart Pricing as the primary RipX price product direction.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Start with Phase 0 + Phase 1 MVP — validate with 1–2 pilot stores.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Keep manual price tests as Advanced mode for power users.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Position: “Profit-first AI pricing by the Echologyx experimentation team.”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Next Steps for Approval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Client sign-off on vision, phasing, and guardrail principles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Confirm pilot store(s) and success criteria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Kick off Phase 0: order sync + opportunity dashboard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Deliver MVP demo in ~6 weeks for client review</a:t>
            </a:r>
          </a:p>
          <a:p>
            <a:pPr>
              <a:spcAft>
                <a:spcPts val="800"/>
              </a:spcAft>
              <a:defRPr sz="1800">
                <a:solidFill>
                  <a:srgbClr val="475569"/>
                </a:solidFill>
              </a:defRPr>
            </a:pPr>
            <a:r>
              <a:t>Plan GTM naming (e.g. ELX Smart Pricing / Splitter by Echologyx)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9488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Echologyx  •  RipX Smart Pricing Strategy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