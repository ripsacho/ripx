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AI-Guided Smart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</a:defRPr>
            </a:pPr>
            <a:r>
              <a:t>Implementation process, workflow, and business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9488"/>
                </a:solidFill>
              </a:defRPr>
            </a:pPr>
            <a:r>
              <a:t>RipX / Echologyx  •  Short Client Approval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Goal of the New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Move from manual price testing to AI-guided profit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AI recommends which products to test and what price bands to try.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Merchants approve before anything goes live.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RipX runs a real checkout-safe price experiment.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The system learns from results and recommends the next best action.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Primary metric is profit per visitor, not conversion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How It Will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 simple repeatable flow from data to winner.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278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Orders, product data, margin, and test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4884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Recommend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2278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AI ranks opportunities and explains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4884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278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Merchant reviews prices and guardrails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4884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2278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RipX launches controlled A/B price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214884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278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Winner is applied or next round is suggested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Implementation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AI advises; RipX validates and executes.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25146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Shopify orders</a:t>
            </a:r>
            <a:br/>
            <a:r>
              <a:t>Product prices</a:t>
            </a:r>
            <a:br/>
            <a:r>
              <a:t>COGS / margin</a:t>
            </a:r>
            <a:br/>
            <a:r>
              <a:t>RipX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5146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574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Structured OpenAI output</a:t>
            </a:r>
            <a:br/>
            <a:r>
              <a:t>Opportunity ranking</a:t>
            </a:r>
            <a:br/>
            <a:r>
              <a:t>Recommendation summary</a:t>
            </a:r>
            <a:br/>
            <a:r>
              <a:t>Reasoning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25146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Safety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Margin floors</a:t>
            </a:r>
            <a:br/>
            <a:r>
              <a:t>Max price change</a:t>
            </a:r>
            <a:br/>
            <a:r>
              <a:t>Sample size rules</a:t>
            </a:r>
            <a:br/>
            <a:r>
              <a:t>Approval gates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828800"/>
            <a:ext cx="25146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0574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Execution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4320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RipX price test</a:t>
            </a:r>
            <a:br/>
            <a:r>
              <a:t>Checkout alignment</a:t>
            </a:r>
            <a:br/>
            <a:r>
              <a:t>Analytics</a:t>
            </a:r>
            <a:br/>
            <a:r>
              <a:t>Winner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How We Use the AI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OpenAI provides structured recommendations, not uncontrolled price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Backend calculates allowed candidate prices first.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OpenAI receives compact metrics and valid candidate prices.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OpenAI returns strict JSON: ranked plan, reason, risk, price arms.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RipX validates every field before creating a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</a:defRPr>
            </a:pPr>
            <a:r>
              <a:t>Key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432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AI can recommend.</a:t>
            </a:r>
            <a:br/>
            <a:r>
              <a:t>Only RipX can validate, launch, and apply.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Continuous Optimization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The system improves through controlled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Round 1: test current price vs small increase/decrease.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If a price wins, AI recommends the next test around that winner.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Each round narrows closer to the best profit point.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Later, bandit mode can shift traffic toward stronger variants automatically.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Fully automatic next-round testing is optional and requires merchant opt-in.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Safety and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Pricing is sensitive, so guardrails are built into the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Minimum margin and floor price protection.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Maximum price increase/decrease per test.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No catalog price update without approval in v1.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Auto-pause if conversion or profit drops too sharply.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Audit log for AI recommendation, merchant decision, and final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Build in safe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Phase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Data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Order sync, SKU metrics,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AI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OpenAI recommendations + one-click test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74903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Next-round recommendations + profit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800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Optional bandit mode + approval-gated rollout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Business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Why this is valuable for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Faster pricing decisions with less manual setup.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Better margin control by optimizing profit per visitor.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Confidence from real customer experiments, not guesswork.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Reusable learning loop across products and collections.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Strong differentiation: AI-guided pricing backed by Echologyx experimentation expertise.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3271"/>
            <a:ext cx="1051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</a:defRPr>
            </a:pPr>
            <a:r>
              <a:t>Start with a pilot MVP.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Approve OpenAI-powered Smart Pricing as the new price optimization direction.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Build Phase 0 + Phase 1 first: data foundation and AI-recommended test launch.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Pilot with 1–2 stores before enabling wider automation.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Keep manual price tests as Advanced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AI recommends. RipX validates. Merchants approve. Results improve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